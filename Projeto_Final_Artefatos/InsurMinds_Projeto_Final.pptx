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7475200" cy="97536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Relationship Id="rId13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